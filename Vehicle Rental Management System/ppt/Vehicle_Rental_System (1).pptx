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147"/>
          </a:solidFill>
          <a:ln w="12700">
            <a:solidFill>
              <a:srgbClr val="0D21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2286000" cy="1005840"/>
          </a:xfrm>
          <a:prstGeom prst="rect">
            <a:avLst/>
          </a:prstGeom>
          <a:solidFill>
            <a:srgbClr val="1A56DB">
              <a:alpha val="7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502920"/>
            <a:ext cx="1645920" cy="54864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1691640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743200"/>
            <a:ext cx="1097280" cy="109728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329184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14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RENTAL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MANAGEMENT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for Streamlined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Fleet &amp; Booking Operations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1097280" cy="320040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72768" y="3657600"/>
            <a:ext cx="1097280" cy="320040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79776" y="3657600"/>
            <a:ext cx="1097280" cy="320040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9776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86784" y="3657600"/>
            <a:ext cx="1097280" cy="320040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Project  •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system 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rental systems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1168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11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feature coverage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01168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11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functionalities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1752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data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2336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23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Highlights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user experience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023360"/>
            <a:ext cx="4297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023360"/>
            <a:ext cx="4572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23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and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Rental System Management is a full-stack web application designed to digitize and automate the end-to-end process of renting vehicles. The platform serves three key roles: Admins, Staff, and Customers.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HTML, CSS, and JavaScript for the frontend and Python Flask for the backend, with a database, this system replaces manual, error-prone booking processes with an efficient, real-time digital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1417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1005840"/>
            <a:ext cx="1417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06640" y="11155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377440"/>
            <a:ext cx="1417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4871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5216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377440"/>
            <a:ext cx="1417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24871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HTML   •   CSS   •   JavaScript   •   Python   •   Flask   •   SQLite3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Record-Keeping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rental businesses rely on paper-based logs, leading to lost records, billing errors, and poor inventory visibility.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Booking 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Phone/in-person bookings cause delays, double-bookings, and customer dissatisfaction due to no real-time availability check.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lack data-driven insights on vehicle utilization, revenue trends, and customer behaviour.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authentication, unauthorized access to sensitive customer and payment data poses serious risks.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92608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Return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vehicle return status, condition, and overdue fines manually is inefficient and unreliable.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743200" cy="178308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92608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Portal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429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self-serve for bookings, payment history, or support — all contact requires staff intervention.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system to manage vehicle bookings, returns, and payments.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14300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051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access for Admin, Staff, and Customer users.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14884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574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vehicle availability tracking and automated billing.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214884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0574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backend using Python Flask with session-based authentication.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15468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responsive, intuitive UI with HTML, CSS, and JavaScript.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315468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063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data efficiently using a database with Python Flask.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16052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069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email notifications for bookings and reminders.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416052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069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admin reports for revenue, utilization, and fleet overview.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64008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 •   CSS   •  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27432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240280"/>
            <a:ext cx="640080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LOGIC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  •   Flask Routes   •   Sessions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3246120"/>
            <a:ext cx="27432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520440"/>
            <a:ext cx="64008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  •   Python sqlite3 module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— PYTHON FLASK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Flask Does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6304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/login /book /admin to Python functions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91440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21408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HTML form data via request.form (POST)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91440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79776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79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logged-in user using Flask session{}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91440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38144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SQLite3 via Python sqlite3 module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91440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96512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Rendering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HTML using render_template() + Jinja2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Routes  (app.py)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1417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15864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1755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render_template('index.html')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19248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20939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@app.route('/login', methods=['POST'])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22631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2432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= request.form['username']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26014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session['user'] = user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2770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redirect('/dashboard')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9397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3108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@app.route('/book', methods=['POST'])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32781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book_vehicle():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34472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 = get_db_connection()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36164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db.execute('INSERT INTO bookings…')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redirect('/my-bookings')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session-based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role-based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and categorize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with photo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check,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&amp; confirmation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fare calculation,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432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Fine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returns, calculate late fees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vehicle damage charges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737360"/>
          </a:xfrm>
          <a:prstGeom prst="rect">
            <a:avLst/>
          </a:prstGeom>
          <a:solidFill>
            <a:srgbClr val="0D214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432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reports, fleet utilization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booking history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55448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463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" y="186537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" y="236829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2468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phone, created_at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960120"/>
            <a:ext cx="155448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960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1463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 (PK)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39112" y="186537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type, category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39112" y="236829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2468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price/hr, status, image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96012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960120"/>
            <a:ext cx="1554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960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76472" y="1463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(PK)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76472" y="186537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(FK), vehicle_id (FK)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76472" y="236829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2468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end_date, status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96012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960120"/>
            <a:ext cx="1554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960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13832" y="1463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13832" y="186537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13832" y="236829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2468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method, status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78040" y="96012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78040" y="960120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960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51192" y="1463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(PK)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51192" y="186537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1192" y="1965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51192" y="2368296"/>
            <a:ext cx="1417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51192" y="2468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return_date, fine, condition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Users → Bookings (1:N)  •  Vehicles → Bookings (1:N)  •  Bookings → Payments (1:1)  •  Bookings → Returns (1:1)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371600" cy="1783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123444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161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login form with Flask sessions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83080" y="173736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page redirection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83080" y="224028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167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in Flask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1371600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972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161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stats &amp; KPIs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panel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24028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167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1371600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632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32004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1272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filter vehicles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783080" y="37033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630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calendar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783080" y="420624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41330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history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26080"/>
            <a:ext cx="1371600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0632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Listing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2004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1272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Card/grid view with filters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630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price filter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20624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1330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badge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Progressive Web App (PWA) for mobile users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vehicle recommendation engine based on user history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09728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of rented vehicles on interactive maps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35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wallet, EMI, and crypto payment gateway options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01752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3035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via email &amp; SMS for all events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834640"/>
            <a:ext cx="2743200" cy="1691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E3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17520"/>
            <a:ext cx="548640" cy="548640"/>
          </a:xfrm>
          <a:prstGeom prst="ellipse">
            <a:avLst/>
          </a:prstGeom>
          <a:solidFill>
            <a:srgbClr val="1A56DB">
              <a:alpha val="5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3035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support for Hindi, regional languages &amp; currency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5074920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Rental System Management project successfully demonstrates the design and implementation of a scalable, secure, and user-friendly web application.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leveraging HTML, CSS, JavaScript, and Python Flask, the system addresses real-world challenges in vehicle rental operations — replacing manual processes with a fully digital platform.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lays a strong foundation for future enhancements including mobile apps, GPS tracking, and AI-based recommendations.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Full-Stack Web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3-Tier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&amp; Scalable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337560"/>
            <a:ext cx="2560320" cy="548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337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Role-Based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2560320" cy="548640"/>
          </a:xfrm>
          <a:prstGeom prst="rect">
            <a:avLst/>
          </a:prstGeom>
          <a:solidFill>
            <a:srgbClr val="0D2147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Flask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480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Rental System Management</dc:title>
  <dc:subject>PptxGenJS Presentation</dc:subject>
  <dc:creator>PptxGenJS</dc:creator>
  <cp:lastModifiedBy>PptxGenJS</cp:lastModifiedBy>
  <cp:revision>1</cp:revision>
  <dcterms:created xsi:type="dcterms:W3CDTF">2026-03-23T06:55:26Z</dcterms:created>
  <dcterms:modified xsi:type="dcterms:W3CDTF">2026-03-23T06:55:26Z</dcterms:modified>
</cp:coreProperties>
</file>